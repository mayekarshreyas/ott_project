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5" r:id="rId8"/>
    <p:sldId id="266" r:id="rId9"/>
    <p:sldId id="267" r:id="rId10"/>
    <p:sldId id="268"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A7572-67E0-36EC-F868-6A4E83C009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BB7BCC-AD30-DBD2-6F09-8CE0E55B5B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E877C7-838A-7500-ACEC-B472C27D114E}"/>
              </a:ext>
            </a:extLst>
          </p:cNvPr>
          <p:cNvSpPr>
            <a:spLocks noGrp="1"/>
          </p:cNvSpPr>
          <p:nvPr>
            <p:ph type="dt" sz="half" idx="10"/>
          </p:nvPr>
        </p:nvSpPr>
        <p:spPr/>
        <p:txBody>
          <a:bodyPr/>
          <a:lstStyle/>
          <a:p>
            <a:fld id="{AD6FCCD7-AC87-492F-BC7D-D327C0756C1A}" type="datetimeFigureOut">
              <a:rPr lang="en-IN" smtClean="0"/>
              <a:t>09-09-2026</a:t>
            </a:fld>
            <a:endParaRPr lang="en-IN"/>
          </a:p>
        </p:txBody>
      </p:sp>
      <p:sp>
        <p:nvSpPr>
          <p:cNvPr id="5" name="Footer Placeholder 4">
            <a:extLst>
              <a:ext uri="{FF2B5EF4-FFF2-40B4-BE49-F238E27FC236}">
                <a16:creationId xmlns:a16="http://schemas.microsoft.com/office/drawing/2014/main" id="{A8E1FD4C-417A-0637-A6A1-BC0AEEA760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44EF41-4394-C951-3EC3-ED193E6C3FE5}"/>
              </a:ext>
            </a:extLst>
          </p:cNvPr>
          <p:cNvSpPr>
            <a:spLocks noGrp="1"/>
          </p:cNvSpPr>
          <p:nvPr>
            <p:ph type="sldNum" sz="quarter" idx="12"/>
          </p:nvPr>
        </p:nvSpPr>
        <p:spPr/>
        <p:txBody>
          <a:bodyPr/>
          <a:lstStyle/>
          <a:p>
            <a:fld id="{D09AB898-080A-43B7-8822-AAFB396903F6}" type="slidenum">
              <a:rPr lang="en-IN" smtClean="0"/>
              <a:t>‹#›</a:t>
            </a:fld>
            <a:endParaRPr lang="en-IN"/>
          </a:p>
        </p:txBody>
      </p:sp>
    </p:spTree>
    <p:extLst>
      <p:ext uri="{BB962C8B-B14F-4D97-AF65-F5344CB8AC3E}">
        <p14:creationId xmlns:p14="http://schemas.microsoft.com/office/powerpoint/2010/main" val="1897988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9ED14-3427-AEBA-C2F6-00012B1A9F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15764D-EA02-12B1-CC25-500E6754D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C2ECCD-6884-62A6-3245-7B2C526A5C1C}"/>
              </a:ext>
            </a:extLst>
          </p:cNvPr>
          <p:cNvSpPr>
            <a:spLocks noGrp="1"/>
          </p:cNvSpPr>
          <p:nvPr>
            <p:ph type="dt" sz="half" idx="10"/>
          </p:nvPr>
        </p:nvSpPr>
        <p:spPr/>
        <p:txBody>
          <a:bodyPr/>
          <a:lstStyle/>
          <a:p>
            <a:fld id="{AD6FCCD7-AC87-492F-BC7D-D327C0756C1A}" type="datetimeFigureOut">
              <a:rPr lang="en-IN" smtClean="0"/>
              <a:t>09-09-2026</a:t>
            </a:fld>
            <a:endParaRPr lang="en-IN"/>
          </a:p>
        </p:txBody>
      </p:sp>
      <p:sp>
        <p:nvSpPr>
          <p:cNvPr id="5" name="Footer Placeholder 4">
            <a:extLst>
              <a:ext uri="{FF2B5EF4-FFF2-40B4-BE49-F238E27FC236}">
                <a16:creationId xmlns:a16="http://schemas.microsoft.com/office/drawing/2014/main" id="{314352E0-AA87-153A-D98C-78C56E5636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7D9FEA-1EE1-6FBE-D560-9C0A49BF939F}"/>
              </a:ext>
            </a:extLst>
          </p:cNvPr>
          <p:cNvSpPr>
            <a:spLocks noGrp="1"/>
          </p:cNvSpPr>
          <p:nvPr>
            <p:ph type="sldNum" sz="quarter" idx="12"/>
          </p:nvPr>
        </p:nvSpPr>
        <p:spPr/>
        <p:txBody>
          <a:bodyPr/>
          <a:lstStyle/>
          <a:p>
            <a:fld id="{D09AB898-080A-43B7-8822-AAFB396903F6}" type="slidenum">
              <a:rPr lang="en-IN" smtClean="0"/>
              <a:t>‹#›</a:t>
            </a:fld>
            <a:endParaRPr lang="en-IN"/>
          </a:p>
        </p:txBody>
      </p:sp>
    </p:spTree>
    <p:extLst>
      <p:ext uri="{BB962C8B-B14F-4D97-AF65-F5344CB8AC3E}">
        <p14:creationId xmlns:p14="http://schemas.microsoft.com/office/powerpoint/2010/main" val="1756730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C9BCD-43E9-A098-8E2B-5ABD80C483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CDB55C-306A-9821-F09F-CB44863ECF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092CEA-3531-2E81-3249-50B5F6F52082}"/>
              </a:ext>
            </a:extLst>
          </p:cNvPr>
          <p:cNvSpPr>
            <a:spLocks noGrp="1"/>
          </p:cNvSpPr>
          <p:nvPr>
            <p:ph type="dt" sz="half" idx="10"/>
          </p:nvPr>
        </p:nvSpPr>
        <p:spPr/>
        <p:txBody>
          <a:bodyPr/>
          <a:lstStyle/>
          <a:p>
            <a:fld id="{AD6FCCD7-AC87-492F-BC7D-D327C0756C1A}" type="datetimeFigureOut">
              <a:rPr lang="en-IN" smtClean="0"/>
              <a:t>09-09-2026</a:t>
            </a:fld>
            <a:endParaRPr lang="en-IN"/>
          </a:p>
        </p:txBody>
      </p:sp>
      <p:sp>
        <p:nvSpPr>
          <p:cNvPr id="5" name="Footer Placeholder 4">
            <a:extLst>
              <a:ext uri="{FF2B5EF4-FFF2-40B4-BE49-F238E27FC236}">
                <a16:creationId xmlns:a16="http://schemas.microsoft.com/office/drawing/2014/main" id="{1DABBA48-BE4A-F6D2-D2F0-4B0A1B62FE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3AB51C-982E-C9D7-0DDF-24BCF6F8165B}"/>
              </a:ext>
            </a:extLst>
          </p:cNvPr>
          <p:cNvSpPr>
            <a:spLocks noGrp="1"/>
          </p:cNvSpPr>
          <p:nvPr>
            <p:ph type="sldNum" sz="quarter" idx="12"/>
          </p:nvPr>
        </p:nvSpPr>
        <p:spPr/>
        <p:txBody>
          <a:bodyPr/>
          <a:lstStyle/>
          <a:p>
            <a:fld id="{D09AB898-080A-43B7-8822-AAFB396903F6}" type="slidenum">
              <a:rPr lang="en-IN" smtClean="0"/>
              <a:t>‹#›</a:t>
            </a:fld>
            <a:endParaRPr lang="en-IN"/>
          </a:p>
        </p:txBody>
      </p:sp>
    </p:spTree>
    <p:extLst>
      <p:ext uri="{BB962C8B-B14F-4D97-AF65-F5344CB8AC3E}">
        <p14:creationId xmlns:p14="http://schemas.microsoft.com/office/powerpoint/2010/main" val="3025387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05947-D1C7-F88A-8FCC-E2E2F9F6DE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03B6E1-589A-F5D6-F39E-16FA0A0857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4373185-509D-9C52-69A6-A79ADA12EF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1818ECE-DAB8-DDA6-857E-12CAF7F61FC1}"/>
              </a:ext>
            </a:extLst>
          </p:cNvPr>
          <p:cNvSpPr>
            <a:spLocks noGrp="1"/>
          </p:cNvSpPr>
          <p:nvPr>
            <p:ph type="dt" sz="half" idx="10"/>
          </p:nvPr>
        </p:nvSpPr>
        <p:spPr/>
        <p:txBody>
          <a:bodyPr/>
          <a:lstStyle/>
          <a:p>
            <a:fld id="{AD6FCCD7-AC87-492F-BC7D-D327C0756C1A}" type="datetimeFigureOut">
              <a:rPr lang="en-IN" smtClean="0"/>
              <a:t>09-09-2026</a:t>
            </a:fld>
            <a:endParaRPr lang="en-IN"/>
          </a:p>
        </p:txBody>
      </p:sp>
      <p:sp>
        <p:nvSpPr>
          <p:cNvPr id="6" name="Footer Placeholder 5">
            <a:extLst>
              <a:ext uri="{FF2B5EF4-FFF2-40B4-BE49-F238E27FC236}">
                <a16:creationId xmlns:a16="http://schemas.microsoft.com/office/drawing/2014/main" id="{6D433D30-2085-6B99-A006-9501D85520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74A403-C96A-F368-3323-59276C0535B6}"/>
              </a:ext>
            </a:extLst>
          </p:cNvPr>
          <p:cNvSpPr>
            <a:spLocks noGrp="1"/>
          </p:cNvSpPr>
          <p:nvPr>
            <p:ph type="sldNum" sz="quarter" idx="12"/>
          </p:nvPr>
        </p:nvSpPr>
        <p:spPr/>
        <p:txBody>
          <a:bodyPr/>
          <a:lstStyle/>
          <a:p>
            <a:fld id="{D09AB898-080A-43B7-8822-AAFB396903F6}" type="slidenum">
              <a:rPr lang="en-IN" smtClean="0"/>
              <a:t>‹#›</a:t>
            </a:fld>
            <a:endParaRPr lang="en-IN"/>
          </a:p>
        </p:txBody>
      </p:sp>
    </p:spTree>
    <p:extLst>
      <p:ext uri="{BB962C8B-B14F-4D97-AF65-F5344CB8AC3E}">
        <p14:creationId xmlns:p14="http://schemas.microsoft.com/office/powerpoint/2010/main" val="338026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4D60F-5848-B92A-1891-05E8479AB8D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DD2D45-8BB4-73D7-3023-35B5C841CB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C546F2-51E9-73F3-4EF1-D22CE1BF62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1764B-0E8A-BFB9-023E-26C743C96C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7A2D79-CC3B-B8A8-7551-859A858D5B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832FC21-CA9E-64B5-F8A8-DF4513014833}"/>
              </a:ext>
            </a:extLst>
          </p:cNvPr>
          <p:cNvSpPr>
            <a:spLocks noGrp="1"/>
          </p:cNvSpPr>
          <p:nvPr>
            <p:ph type="dt" sz="half" idx="10"/>
          </p:nvPr>
        </p:nvSpPr>
        <p:spPr/>
        <p:txBody>
          <a:bodyPr/>
          <a:lstStyle/>
          <a:p>
            <a:fld id="{AD6FCCD7-AC87-492F-BC7D-D327C0756C1A}" type="datetimeFigureOut">
              <a:rPr lang="en-IN" smtClean="0"/>
              <a:t>09-09-2026</a:t>
            </a:fld>
            <a:endParaRPr lang="en-IN"/>
          </a:p>
        </p:txBody>
      </p:sp>
      <p:sp>
        <p:nvSpPr>
          <p:cNvPr id="8" name="Footer Placeholder 7">
            <a:extLst>
              <a:ext uri="{FF2B5EF4-FFF2-40B4-BE49-F238E27FC236}">
                <a16:creationId xmlns:a16="http://schemas.microsoft.com/office/drawing/2014/main" id="{27346016-37A1-0F18-7FC5-DFB9CBC6DE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E9F3DED-7D19-41EC-F43B-3ECDFB223F4F}"/>
              </a:ext>
            </a:extLst>
          </p:cNvPr>
          <p:cNvSpPr>
            <a:spLocks noGrp="1"/>
          </p:cNvSpPr>
          <p:nvPr>
            <p:ph type="sldNum" sz="quarter" idx="12"/>
          </p:nvPr>
        </p:nvSpPr>
        <p:spPr/>
        <p:txBody>
          <a:bodyPr/>
          <a:lstStyle/>
          <a:p>
            <a:fld id="{D09AB898-080A-43B7-8822-AAFB396903F6}" type="slidenum">
              <a:rPr lang="en-IN" smtClean="0"/>
              <a:t>‹#›</a:t>
            </a:fld>
            <a:endParaRPr lang="en-IN"/>
          </a:p>
        </p:txBody>
      </p:sp>
    </p:spTree>
    <p:extLst>
      <p:ext uri="{BB962C8B-B14F-4D97-AF65-F5344CB8AC3E}">
        <p14:creationId xmlns:p14="http://schemas.microsoft.com/office/powerpoint/2010/main" val="2375574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1FC10-AD6B-480B-047F-ECD930853E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FD9754-18A5-34DF-0159-ADA1D6ABB38C}"/>
              </a:ext>
            </a:extLst>
          </p:cNvPr>
          <p:cNvSpPr>
            <a:spLocks noGrp="1"/>
          </p:cNvSpPr>
          <p:nvPr>
            <p:ph type="dt" sz="half" idx="10"/>
          </p:nvPr>
        </p:nvSpPr>
        <p:spPr/>
        <p:txBody>
          <a:bodyPr/>
          <a:lstStyle/>
          <a:p>
            <a:fld id="{AD6FCCD7-AC87-492F-BC7D-D327C0756C1A}" type="datetimeFigureOut">
              <a:rPr lang="en-IN" smtClean="0"/>
              <a:t>09-09-2026</a:t>
            </a:fld>
            <a:endParaRPr lang="en-IN"/>
          </a:p>
        </p:txBody>
      </p:sp>
      <p:sp>
        <p:nvSpPr>
          <p:cNvPr id="4" name="Footer Placeholder 3">
            <a:extLst>
              <a:ext uri="{FF2B5EF4-FFF2-40B4-BE49-F238E27FC236}">
                <a16:creationId xmlns:a16="http://schemas.microsoft.com/office/drawing/2014/main" id="{1D52CBDB-6327-403D-BF42-8CCE1E10C5F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6AEC2FA-949D-FA27-6762-3F208BA2A16B}"/>
              </a:ext>
            </a:extLst>
          </p:cNvPr>
          <p:cNvSpPr>
            <a:spLocks noGrp="1"/>
          </p:cNvSpPr>
          <p:nvPr>
            <p:ph type="sldNum" sz="quarter" idx="12"/>
          </p:nvPr>
        </p:nvSpPr>
        <p:spPr/>
        <p:txBody>
          <a:bodyPr/>
          <a:lstStyle/>
          <a:p>
            <a:fld id="{D09AB898-080A-43B7-8822-AAFB396903F6}" type="slidenum">
              <a:rPr lang="en-IN" smtClean="0"/>
              <a:t>‹#›</a:t>
            </a:fld>
            <a:endParaRPr lang="en-IN"/>
          </a:p>
        </p:txBody>
      </p:sp>
    </p:spTree>
    <p:extLst>
      <p:ext uri="{BB962C8B-B14F-4D97-AF65-F5344CB8AC3E}">
        <p14:creationId xmlns:p14="http://schemas.microsoft.com/office/powerpoint/2010/main" val="213599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B5664E-4592-49C8-AC68-3814B95B746C}"/>
              </a:ext>
            </a:extLst>
          </p:cNvPr>
          <p:cNvSpPr>
            <a:spLocks noGrp="1"/>
          </p:cNvSpPr>
          <p:nvPr>
            <p:ph type="dt" sz="half" idx="10"/>
          </p:nvPr>
        </p:nvSpPr>
        <p:spPr/>
        <p:txBody>
          <a:bodyPr/>
          <a:lstStyle/>
          <a:p>
            <a:fld id="{AD6FCCD7-AC87-492F-BC7D-D327C0756C1A}" type="datetimeFigureOut">
              <a:rPr lang="en-IN" smtClean="0"/>
              <a:t>09-09-2026</a:t>
            </a:fld>
            <a:endParaRPr lang="en-IN"/>
          </a:p>
        </p:txBody>
      </p:sp>
      <p:sp>
        <p:nvSpPr>
          <p:cNvPr id="3" name="Footer Placeholder 2">
            <a:extLst>
              <a:ext uri="{FF2B5EF4-FFF2-40B4-BE49-F238E27FC236}">
                <a16:creationId xmlns:a16="http://schemas.microsoft.com/office/drawing/2014/main" id="{DE4909C3-EA12-2E20-23A6-E7587EFB58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518BDC9-CFDD-BE51-AAA2-4061754B71E2}"/>
              </a:ext>
            </a:extLst>
          </p:cNvPr>
          <p:cNvSpPr>
            <a:spLocks noGrp="1"/>
          </p:cNvSpPr>
          <p:nvPr>
            <p:ph type="sldNum" sz="quarter" idx="12"/>
          </p:nvPr>
        </p:nvSpPr>
        <p:spPr/>
        <p:txBody>
          <a:bodyPr/>
          <a:lstStyle/>
          <a:p>
            <a:fld id="{D09AB898-080A-43B7-8822-AAFB396903F6}" type="slidenum">
              <a:rPr lang="en-IN" smtClean="0"/>
              <a:t>‹#›</a:t>
            </a:fld>
            <a:endParaRPr lang="en-IN"/>
          </a:p>
        </p:txBody>
      </p:sp>
    </p:spTree>
    <p:extLst>
      <p:ext uri="{BB962C8B-B14F-4D97-AF65-F5344CB8AC3E}">
        <p14:creationId xmlns:p14="http://schemas.microsoft.com/office/powerpoint/2010/main" val="4213192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D4A5F-ADF9-33E2-6892-6733A3A5F8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55742D-2B58-2CBD-C770-909E5C2307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475C0E1-B4C1-86DA-9C14-8940C9B530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B07DCA-9A16-BE19-5783-C690EDC4CBA2}"/>
              </a:ext>
            </a:extLst>
          </p:cNvPr>
          <p:cNvSpPr>
            <a:spLocks noGrp="1"/>
          </p:cNvSpPr>
          <p:nvPr>
            <p:ph type="dt" sz="half" idx="10"/>
          </p:nvPr>
        </p:nvSpPr>
        <p:spPr/>
        <p:txBody>
          <a:bodyPr/>
          <a:lstStyle/>
          <a:p>
            <a:fld id="{AD6FCCD7-AC87-492F-BC7D-D327C0756C1A}" type="datetimeFigureOut">
              <a:rPr lang="en-IN" smtClean="0"/>
              <a:t>09-09-2026</a:t>
            </a:fld>
            <a:endParaRPr lang="en-IN"/>
          </a:p>
        </p:txBody>
      </p:sp>
      <p:sp>
        <p:nvSpPr>
          <p:cNvPr id="6" name="Footer Placeholder 5">
            <a:extLst>
              <a:ext uri="{FF2B5EF4-FFF2-40B4-BE49-F238E27FC236}">
                <a16:creationId xmlns:a16="http://schemas.microsoft.com/office/drawing/2014/main" id="{4D7A0855-3189-0ED4-F833-6EF460250F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263EE2-BAA0-5A7C-0113-BDFE3C207B4B}"/>
              </a:ext>
            </a:extLst>
          </p:cNvPr>
          <p:cNvSpPr>
            <a:spLocks noGrp="1"/>
          </p:cNvSpPr>
          <p:nvPr>
            <p:ph type="sldNum" sz="quarter" idx="12"/>
          </p:nvPr>
        </p:nvSpPr>
        <p:spPr/>
        <p:txBody>
          <a:bodyPr/>
          <a:lstStyle/>
          <a:p>
            <a:fld id="{D09AB898-080A-43B7-8822-AAFB396903F6}" type="slidenum">
              <a:rPr lang="en-IN" smtClean="0"/>
              <a:t>‹#›</a:t>
            </a:fld>
            <a:endParaRPr lang="en-IN"/>
          </a:p>
        </p:txBody>
      </p:sp>
    </p:spTree>
    <p:extLst>
      <p:ext uri="{BB962C8B-B14F-4D97-AF65-F5344CB8AC3E}">
        <p14:creationId xmlns:p14="http://schemas.microsoft.com/office/powerpoint/2010/main" val="269931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FFF98-38F4-F52A-E1E5-7533016F65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5638A02-2611-7D78-8884-3077B48A40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AFC0443-0C78-ACC9-1539-9FABBBBAAD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3B1969-3AEC-0D41-74CC-A8488D18ED1A}"/>
              </a:ext>
            </a:extLst>
          </p:cNvPr>
          <p:cNvSpPr>
            <a:spLocks noGrp="1"/>
          </p:cNvSpPr>
          <p:nvPr>
            <p:ph type="dt" sz="half" idx="10"/>
          </p:nvPr>
        </p:nvSpPr>
        <p:spPr/>
        <p:txBody>
          <a:bodyPr/>
          <a:lstStyle/>
          <a:p>
            <a:fld id="{AD6FCCD7-AC87-492F-BC7D-D327C0756C1A}" type="datetimeFigureOut">
              <a:rPr lang="en-IN" smtClean="0"/>
              <a:t>09-09-2026</a:t>
            </a:fld>
            <a:endParaRPr lang="en-IN"/>
          </a:p>
        </p:txBody>
      </p:sp>
      <p:sp>
        <p:nvSpPr>
          <p:cNvPr id="6" name="Footer Placeholder 5">
            <a:extLst>
              <a:ext uri="{FF2B5EF4-FFF2-40B4-BE49-F238E27FC236}">
                <a16:creationId xmlns:a16="http://schemas.microsoft.com/office/drawing/2014/main" id="{52E6B69E-6841-1107-4A1D-7FB2FF9910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9CB0B5-0E8A-F75E-940E-4F4B88E399B6}"/>
              </a:ext>
            </a:extLst>
          </p:cNvPr>
          <p:cNvSpPr>
            <a:spLocks noGrp="1"/>
          </p:cNvSpPr>
          <p:nvPr>
            <p:ph type="sldNum" sz="quarter" idx="12"/>
          </p:nvPr>
        </p:nvSpPr>
        <p:spPr/>
        <p:txBody>
          <a:bodyPr/>
          <a:lstStyle/>
          <a:p>
            <a:fld id="{D09AB898-080A-43B7-8822-AAFB396903F6}" type="slidenum">
              <a:rPr lang="en-IN" smtClean="0"/>
              <a:t>‹#›</a:t>
            </a:fld>
            <a:endParaRPr lang="en-IN"/>
          </a:p>
        </p:txBody>
      </p:sp>
    </p:spTree>
    <p:extLst>
      <p:ext uri="{BB962C8B-B14F-4D97-AF65-F5344CB8AC3E}">
        <p14:creationId xmlns:p14="http://schemas.microsoft.com/office/powerpoint/2010/main" val="1984367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E4400-03BE-DB05-441F-1BD1E764D7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3422C0-8B99-9F30-98EB-B24AB2C027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EBF9D2-F8B7-C297-76C5-A0876AC2DA7F}"/>
              </a:ext>
            </a:extLst>
          </p:cNvPr>
          <p:cNvSpPr>
            <a:spLocks noGrp="1"/>
          </p:cNvSpPr>
          <p:nvPr>
            <p:ph type="dt" sz="half" idx="10"/>
          </p:nvPr>
        </p:nvSpPr>
        <p:spPr/>
        <p:txBody>
          <a:bodyPr/>
          <a:lstStyle/>
          <a:p>
            <a:fld id="{AD6FCCD7-AC87-492F-BC7D-D327C0756C1A}" type="datetimeFigureOut">
              <a:rPr lang="en-IN" smtClean="0"/>
              <a:t>09-09-2026</a:t>
            </a:fld>
            <a:endParaRPr lang="en-IN"/>
          </a:p>
        </p:txBody>
      </p:sp>
      <p:sp>
        <p:nvSpPr>
          <p:cNvPr id="5" name="Footer Placeholder 4">
            <a:extLst>
              <a:ext uri="{FF2B5EF4-FFF2-40B4-BE49-F238E27FC236}">
                <a16:creationId xmlns:a16="http://schemas.microsoft.com/office/drawing/2014/main" id="{C646AA8D-D849-457F-2F36-33C624FC69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BCC3AA-61B0-1BDF-A00F-00DBC7A2EE72}"/>
              </a:ext>
            </a:extLst>
          </p:cNvPr>
          <p:cNvSpPr>
            <a:spLocks noGrp="1"/>
          </p:cNvSpPr>
          <p:nvPr>
            <p:ph type="sldNum" sz="quarter" idx="12"/>
          </p:nvPr>
        </p:nvSpPr>
        <p:spPr/>
        <p:txBody>
          <a:bodyPr/>
          <a:lstStyle/>
          <a:p>
            <a:fld id="{D09AB898-080A-43B7-8822-AAFB396903F6}" type="slidenum">
              <a:rPr lang="en-IN" smtClean="0"/>
              <a:t>‹#›</a:t>
            </a:fld>
            <a:endParaRPr lang="en-IN"/>
          </a:p>
        </p:txBody>
      </p:sp>
    </p:spTree>
    <p:extLst>
      <p:ext uri="{BB962C8B-B14F-4D97-AF65-F5344CB8AC3E}">
        <p14:creationId xmlns:p14="http://schemas.microsoft.com/office/powerpoint/2010/main" val="1187939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7A0A95-D801-6015-ECF8-86F62A7720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406B44-774E-21F7-ECCE-AC6A10F2CC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EDFC76-F2D2-5B11-9DE0-D87821D4C28A}"/>
              </a:ext>
            </a:extLst>
          </p:cNvPr>
          <p:cNvSpPr>
            <a:spLocks noGrp="1"/>
          </p:cNvSpPr>
          <p:nvPr>
            <p:ph type="dt" sz="half" idx="10"/>
          </p:nvPr>
        </p:nvSpPr>
        <p:spPr/>
        <p:txBody>
          <a:bodyPr/>
          <a:lstStyle/>
          <a:p>
            <a:fld id="{AD6FCCD7-AC87-492F-BC7D-D327C0756C1A}" type="datetimeFigureOut">
              <a:rPr lang="en-IN" smtClean="0"/>
              <a:t>09-09-2026</a:t>
            </a:fld>
            <a:endParaRPr lang="en-IN"/>
          </a:p>
        </p:txBody>
      </p:sp>
      <p:sp>
        <p:nvSpPr>
          <p:cNvPr id="5" name="Footer Placeholder 4">
            <a:extLst>
              <a:ext uri="{FF2B5EF4-FFF2-40B4-BE49-F238E27FC236}">
                <a16:creationId xmlns:a16="http://schemas.microsoft.com/office/drawing/2014/main" id="{D8A88D1C-E895-3C9A-A87F-1180131AB6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B7223B-EFBA-5B30-F30B-8D2A7AC2718A}"/>
              </a:ext>
            </a:extLst>
          </p:cNvPr>
          <p:cNvSpPr>
            <a:spLocks noGrp="1"/>
          </p:cNvSpPr>
          <p:nvPr>
            <p:ph type="sldNum" sz="quarter" idx="12"/>
          </p:nvPr>
        </p:nvSpPr>
        <p:spPr/>
        <p:txBody>
          <a:bodyPr/>
          <a:lstStyle/>
          <a:p>
            <a:fld id="{D09AB898-080A-43B7-8822-AAFB396903F6}" type="slidenum">
              <a:rPr lang="en-IN" smtClean="0"/>
              <a:t>‹#›</a:t>
            </a:fld>
            <a:endParaRPr lang="en-IN"/>
          </a:p>
        </p:txBody>
      </p:sp>
    </p:spTree>
    <p:extLst>
      <p:ext uri="{BB962C8B-B14F-4D97-AF65-F5344CB8AC3E}">
        <p14:creationId xmlns:p14="http://schemas.microsoft.com/office/powerpoint/2010/main" val="3157860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253229-4D1F-7166-B260-4A7340890C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8B09C0-3AFE-8559-8FEA-E45B5FB784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F9FA19-BF4D-CDE2-1842-60DF6D05EC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FCCD7-AC87-492F-BC7D-D327C0756C1A}" type="datetimeFigureOut">
              <a:rPr lang="en-IN" smtClean="0"/>
              <a:t>09-09-2026</a:t>
            </a:fld>
            <a:endParaRPr lang="en-IN"/>
          </a:p>
        </p:txBody>
      </p:sp>
      <p:sp>
        <p:nvSpPr>
          <p:cNvPr id="5" name="Footer Placeholder 4">
            <a:extLst>
              <a:ext uri="{FF2B5EF4-FFF2-40B4-BE49-F238E27FC236}">
                <a16:creationId xmlns:a16="http://schemas.microsoft.com/office/drawing/2014/main" id="{85409CBB-D382-655F-B395-7E0E1F931F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14DBBFB-AAAB-5A94-0511-F547F03597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9AB898-080A-43B7-8822-AAFB396903F6}" type="slidenum">
              <a:rPr lang="en-IN" smtClean="0"/>
              <a:t>‹#›</a:t>
            </a:fld>
            <a:endParaRPr lang="en-IN"/>
          </a:p>
        </p:txBody>
      </p:sp>
    </p:spTree>
    <p:extLst>
      <p:ext uri="{BB962C8B-B14F-4D97-AF65-F5344CB8AC3E}">
        <p14:creationId xmlns:p14="http://schemas.microsoft.com/office/powerpoint/2010/main" val="1550751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3EFCB-5E45-F14D-CFEC-48882B12D4D5}"/>
              </a:ext>
            </a:extLst>
          </p:cNvPr>
          <p:cNvSpPr>
            <a:spLocks noGrp="1"/>
          </p:cNvSpPr>
          <p:nvPr>
            <p:ph type="ctrTitle"/>
          </p:nvPr>
        </p:nvSpPr>
        <p:spPr>
          <a:xfrm>
            <a:off x="1524000" y="349866"/>
            <a:ext cx="9144000" cy="1655762"/>
          </a:xfrm>
        </p:spPr>
        <p:txBody>
          <a:bodyPr>
            <a:normAutofit fontScale="90000"/>
          </a:bodyPr>
          <a:lstStyle/>
          <a:p>
            <a:r>
              <a:rPr lang="en-US" b="1" dirty="0">
                <a:latin typeface="+mn-lt"/>
              </a:rPr>
              <a:t>OTT Content, Audience &amp;</a:t>
            </a:r>
            <a:br>
              <a:rPr lang="en-US" b="1" dirty="0">
                <a:latin typeface="+mn-lt"/>
              </a:rPr>
            </a:br>
            <a:r>
              <a:rPr lang="en-US" b="1" dirty="0">
                <a:latin typeface="+mn-lt"/>
              </a:rPr>
              <a:t>Engagement Analytics</a:t>
            </a:r>
            <a:endParaRPr lang="en-IN" dirty="0">
              <a:latin typeface="+mn-lt"/>
            </a:endParaRPr>
          </a:p>
        </p:txBody>
      </p:sp>
      <p:sp>
        <p:nvSpPr>
          <p:cNvPr id="3" name="Subtitle 2">
            <a:extLst>
              <a:ext uri="{FF2B5EF4-FFF2-40B4-BE49-F238E27FC236}">
                <a16:creationId xmlns:a16="http://schemas.microsoft.com/office/drawing/2014/main" id="{F8002DFC-0C83-8F3A-AB79-33B0D3D7E236}"/>
              </a:ext>
            </a:extLst>
          </p:cNvPr>
          <p:cNvSpPr>
            <a:spLocks noGrp="1"/>
          </p:cNvSpPr>
          <p:nvPr>
            <p:ph type="subTitle" idx="1"/>
          </p:nvPr>
        </p:nvSpPr>
        <p:spPr>
          <a:xfrm>
            <a:off x="1524000" y="2117367"/>
            <a:ext cx="9144000" cy="792981"/>
          </a:xfrm>
        </p:spPr>
        <p:txBody>
          <a:bodyPr>
            <a:noAutofit/>
          </a:bodyPr>
          <a:lstStyle/>
          <a:p>
            <a:r>
              <a:rPr lang="en-US" sz="2800" dirty="0"/>
              <a:t>“Data-Driven Insights into Content Performance, Audience Behavior &amp; User Engagement”</a:t>
            </a:r>
            <a:endParaRPr lang="en-IN" sz="2800" dirty="0"/>
          </a:p>
        </p:txBody>
      </p:sp>
      <p:sp>
        <p:nvSpPr>
          <p:cNvPr id="5" name="TextBox 4">
            <a:extLst>
              <a:ext uri="{FF2B5EF4-FFF2-40B4-BE49-F238E27FC236}">
                <a16:creationId xmlns:a16="http://schemas.microsoft.com/office/drawing/2014/main" id="{9B623ED8-2CD2-1066-DE2D-046AB10913A2}"/>
              </a:ext>
            </a:extLst>
          </p:cNvPr>
          <p:cNvSpPr txBox="1"/>
          <p:nvPr/>
        </p:nvSpPr>
        <p:spPr>
          <a:xfrm>
            <a:off x="1524000" y="3864096"/>
            <a:ext cx="6096000" cy="707886"/>
          </a:xfrm>
          <a:prstGeom prst="rect">
            <a:avLst/>
          </a:prstGeom>
          <a:noFill/>
        </p:spPr>
        <p:txBody>
          <a:bodyPr wrap="square">
            <a:spAutoFit/>
          </a:bodyPr>
          <a:lstStyle/>
          <a:p>
            <a:pPr algn="ctr"/>
            <a:r>
              <a:rPr lang="en-IN" sz="2000" dirty="0">
                <a:solidFill>
                  <a:schemeClr val="tx1"/>
                </a:solidFill>
              </a:rPr>
              <a:t>Name : Shreyas Rajendra Mayekar</a:t>
            </a:r>
          </a:p>
          <a:p>
            <a:pPr algn="ctr"/>
            <a:endParaRPr lang="en-IN" sz="2000" dirty="0"/>
          </a:p>
        </p:txBody>
      </p:sp>
      <p:sp>
        <p:nvSpPr>
          <p:cNvPr id="7" name="TextBox 6">
            <a:extLst>
              <a:ext uri="{FF2B5EF4-FFF2-40B4-BE49-F238E27FC236}">
                <a16:creationId xmlns:a16="http://schemas.microsoft.com/office/drawing/2014/main" id="{3FF89B87-B761-8F38-2B71-6C5ECCDB4488}"/>
              </a:ext>
            </a:extLst>
          </p:cNvPr>
          <p:cNvSpPr txBox="1"/>
          <p:nvPr/>
        </p:nvSpPr>
        <p:spPr>
          <a:xfrm>
            <a:off x="2605549" y="4571982"/>
            <a:ext cx="6096000" cy="1015663"/>
          </a:xfrm>
          <a:prstGeom prst="rect">
            <a:avLst/>
          </a:prstGeom>
          <a:noFill/>
        </p:spPr>
        <p:txBody>
          <a:bodyPr wrap="square">
            <a:spAutoFit/>
          </a:bodyPr>
          <a:lstStyle/>
          <a:p>
            <a:pPr algn="ctr"/>
            <a:r>
              <a:rPr lang="en-IN" sz="2000" dirty="0">
                <a:solidFill>
                  <a:schemeClr val="tx1"/>
                </a:solidFill>
              </a:rPr>
              <a:t>Course name : Exploratory Data Analysis using Power BI </a:t>
            </a:r>
          </a:p>
          <a:p>
            <a:pPr algn="ctr"/>
            <a:endParaRPr lang="en-IN" sz="2000" dirty="0">
              <a:solidFill>
                <a:schemeClr val="tx1"/>
              </a:solidFill>
            </a:endParaRPr>
          </a:p>
          <a:p>
            <a:pPr algn="ctr"/>
            <a:endParaRPr lang="en-IN" sz="2000" dirty="0"/>
          </a:p>
        </p:txBody>
      </p:sp>
      <p:sp>
        <p:nvSpPr>
          <p:cNvPr id="9" name="TextBox 8">
            <a:extLst>
              <a:ext uri="{FF2B5EF4-FFF2-40B4-BE49-F238E27FC236}">
                <a16:creationId xmlns:a16="http://schemas.microsoft.com/office/drawing/2014/main" id="{F719A63E-F7B0-B93E-4496-4921260DDFD9}"/>
              </a:ext>
            </a:extLst>
          </p:cNvPr>
          <p:cNvSpPr txBox="1"/>
          <p:nvPr/>
        </p:nvSpPr>
        <p:spPr>
          <a:xfrm>
            <a:off x="698090" y="5325675"/>
            <a:ext cx="6096000" cy="400110"/>
          </a:xfrm>
          <a:prstGeom prst="rect">
            <a:avLst/>
          </a:prstGeom>
          <a:noFill/>
        </p:spPr>
        <p:txBody>
          <a:bodyPr wrap="square">
            <a:spAutoFit/>
          </a:bodyPr>
          <a:lstStyle/>
          <a:p>
            <a:pPr algn="ctr"/>
            <a:r>
              <a:rPr lang="en-IN" sz="2000" dirty="0">
                <a:solidFill>
                  <a:schemeClr val="tx1"/>
                </a:solidFill>
              </a:rPr>
              <a:t>Date : 11/09/2026</a:t>
            </a:r>
          </a:p>
        </p:txBody>
      </p:sp>
    </p:spTree>
    <p:extLst>
      <p:ext uri="{BB962C8B-B14F-4D97-AF65-F5344CB8AC3E}">
        <p14:creationId xmlns:p14="http://schemas.microsoft.com/office/powerpoint/2010/main" val="4064131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F3011-2755-D713-9525-82F167DF3B6C}"/>
              </a:ext>
            </a:extLst>
          </p:cNvPr>
          <p:cNvSpPr>
            <a:spLocks noGrp="1"/>
          </p:cNvSpPr>
          <p:nvPr>
            <p:ph type="title"/>
          </p:nvPr>
        </p:nvSpPr>
        <p:spPr/>
        <p:txBody>
          <a:bodyPr/>
          <a:lstStyle/>
          <a:p>
            <a:r>
              <a:rPr lang="en-US" b="1" dirty="0"/>
              <a:t>                          Problem Statement</a:t>
            </a:r>
            <a:endParaRPr lang="en-IN" dirty="0"/>
          </a:p>
        </p:txBody>
      </p:sp>
      <p:sp>
        <p:nvSpPr>
          <p:cNvPr id="3" name="Content Placeholder 2">
            <a:extLst>
              <a:ext uri="{FF2B5EF4-FFF2-40B4-BE49-F238E27FC236}">
                <a16:creationId xmlns:a16="http://schemas.microsoft.com/office/drawing/2014/main" id="{21531F72-C2AA-7C73-70CC-BD49E922711E}"/>
              </a:ext>
            </a:extLst>
          </p:cNvPr>
          <p:cNvSpPr>
            <a:spLocks noGrp="1"/>
          </p:cNvSpPr>
          <p:nvPr>
            <p:ph idx="1"/>
          </p:nvPr>
        </p:nvSpPr>
        <p:spPr/>
        <p:txBody>
          <a:bodyPr/>
          <a:lstStyle/>
          <a:p>
            <a:pPr marL="0" indent="0">
              <a:buNone/>
            </a:pPr>
            <a:r>
              <a:rPr lang="en-US" dirty="0"/>
              <a:t>OTT platforms generate large amounts of data on users, subscriptions, content consumption, and feedback, but raw data alone does not clearly show what drives engagement, satisfaction, and churn. The project aims to analyze this data to identify audience behavior, content performance, engagement patterns, and factors associated with customer churn.</a:t>
            </a:r>
            <a:endParaRPr lang="en-IN" dirty="0"/>
          </a:p>
        </p:txBody>
      </p:sp>
    </p:spTree>
    <p:extLst>
      <p:ext uri="{BB962C8B-B14F-4D97-AF65-F5344CB8AC3E}">
        <p14:creationId xmlns:p14="http://schemas.microsoft.com/office/powerpoint/2010/main" val="3313518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FFE6F-14C3-A811-CAB8-8BB07F8D25AE}"/>
              </a:ext>
            </a:extLst>
          </p:cNvPr>
          <p:cNvSpPr>
            <a:spLocks noGrp="1"/>
          </p:cNvSpPr>
          <p:nvPr>
            <p:ph type="title"/>
          </p:nvPr>
        </p:nvSpPr>
        <p:spPr/>
        <p:txBody>
          <a:bodyPr/>
          <a:lstStyle/>
          <a:p>
            <a:r>
              <a:rPr lang="en-US" b="1" dirty="0"/>
              <a:t>                           Project Objective</a:t>
            </a:r>
            <a:endParaRPr lang="en-IN" dirty="0"/>
          </a:p>
        </p:txBody>
      </p:sp>
      <p:sp>
        <p:nvSpPr>
          <p:cNvPr id="3" name="Content Placeholder 2">
            <a:extLst>
              <a:ext uri="{FF2B5EF4-FFF2-40B4-BE49-F238E27FC236}">
                <a16:creationId xmlns:a16="http://schemas.microsoft.com/office/drawing/2014/main" id="{50E26206-A96D-C668-E2B4-B86C60315C64}"/>
              </a:ext>
            </a:extLst>
          </p:cNvPr>
          <p:cNvSpPr>
            <a:spLocks noGrp="1"/>
          </p:cNvSpPr>
          <p:nvPr>
            <p:ph idx="1"/>
          </p:nvPr>
        </p:nvSpPr>
        <p:spPr/>
        <p:txBody>
          <a:bodyPr/>
          <a:lstStyle/>
          <a:p>
            <a:r>
              <a:rPr lang="en-US" dirty="0"/>
              <a:t>Analyze user demographics and subscription patterns.</a:t>
            </a:r>
          </a:p>
          <a:p>
            <a:r>
              <a:rPr lang="en-US" dirty="0"/>
              <a:t>Measure content performance and viewer engagement.</a:t>
            </a:r>
          </a:p>
          <a:p>
            <a:r>
              <a:rPr lang="en-US" dirty="0"/>
              <a:t>Identify patterns in watch time, sessions, completion, pauses, and rewatching.</a:t>
            </a:r>
          </a:p>
          <a:p>
            <a:r>
              <a:rPr lang="en-US" dirty="0"/>
              <a:t>Analyze ratings and user feedback.</a:t>
            </a:r>
          </a:p>
          <a:p>
            <a:r>
              <a:rPr lang="en-US" dirty="0"/>
              <a:t>Identify high-value and highly engaged customers.</a:t>
            </a:r>
          </a:p>
          <a:p>
            <a:r>
              <a:rPr lang="en-US" dirty="0"/>
              <a:t>Understand churn patterns and provide actionable business recommendations.</a:t>
            </a:r>
            <a:endParaRPr lang="en-IN" dirty="0"/>
          </a:p>
        </p:txBody>
      </p:sp>
    </p:spTree>
    <p:extLst>
      <p:ext uri="{BB962C8B-B14F-4D97-AF65-F5344CB8AC3E}">
        <p14:creationId xmlns:p14="http://schemas.microsoft.com/office/powerpoint/2010/main" val="423150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49C7C-D5B4-2E24-684B-1CC07CD4EFAB}"/>
              </a:ext>
            </a:extLst>
          </p:cNvPr>
          <p:cNvSpPr>
            <a:spLocks noGrp="1"/>
          </p:cNvSpPr>
          <p:nvPr>
            <p:ph type="title"/>
          </p:nvPr>
        </p:nvSpPr>
        <p:spPr/>
        <p:txBody>
          <a:bodyPr/>
          <a:lstStyle/>
          <a:p>
            <a:r>
              <a:rPr lang="en-US" b="1" dirty="0"/>
              <a:t>                          Dataset Overview</a:t>
            </a:r>
            <a:endParaRPr lang="en-IN" dirty="0"/>
          </a:p>
        </p:txBody>
      </p:sp>
      <p:sp>
        <p:nvSpPr>
          <p:cNvPr id="3" name="Content Placeholder 2">
            <a:extLst>
              <a:ext uri="{FF2B5EF4-FFF2-40B4-BE49-F238E27FC236}">
                <a16:creationId xmlns:a16="http://schemas.microsoft.com/office/drawing/2014/main" id="{B184763C-A506-BB03-0C30-F7A5C9EA4939}"/>
              </a:ext>
            </a:extLst>
          </p:cNvPr>
          <p:cNvSpPr>
            <a:spLocks noGrp="1"/>
          </p:cNvSpPr>
          <p:nvPr>
            <p:ph idx="1"/>
          </p:nvPr>
        </p:nvSpPr>
        <p:spPr/>
        <p:txBody>
          <a:bodyPr/>
          <a:lstStyle/>
          <a:p>
            <a:r>
              <a:rPr lang="en-US" dirty="0"/>
              <a:t>User Information: User ID, gender, age group, and region.</a:t>
            </a:r>
          </a:p>
          <a:p>
            <a:r>
              <a:rPr lang="en-US" dirty="0"/>
              <a:t>Subscription Data: Subscription type and monthly fee.</a:t>
            </a:r>
          </a:p>
          <a:p>
            <a:r>
              <a:rPr lang="en-US" dirty="0"/>
              <a:t>Content Data: Content titles, genres, and content attributes.</a:t>
            </a:r>
          </a:p>
          <a:p>
            <a:r>
              <a:rPr lang="en-US" dirty="0"/>
              <a:t>Viewing Activity: Sessions, watch time, completion percentage, pauses, and rewatching.</a:t>
            </a:r>
          </a:p>
          <a:p>
            <a:r>
              <a:rPr lang="en-US" dirty="0"/>
              <a:t>Feedback Data: Ratings and likes.</a:t>
            </a:r>
            <a:endParaRPr lang="en-IN" dirty="0"/>
          </a:p>
        </p:txBody>
      </p:sp>
    </p:spTree>
    <p:extLst>
      <p:ext uri="{BB962C8B-B14F-4D97-AF65-F5344CB8AC3E}">
        <p14:creationId xmlns:p14="http://schemas.microsoft.com/office/powerpoint/2010/main" val="2925527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28637-4204-5D52-231B-2BB3D6412415}"/>
              </a:ext>
            </a:extLst>
          </p:cNvPr>
          <p:cNvSpPr>
            <a:spLocks noGrp="1"/>
          </p:cNvSpPr>
          <p:nvPr>
            <p:ph type="title"/>
          </p:nvPr>
        </p:nvSpPr>
        <p:spPr/>
        <p:txBody>
          <a:bodyPr/>
          <a:lstStyle/>
          <a:p>
            <a:r>
              <a:rPr lang="en-IN" b="1" dirty="0"/>
              <a:t>                    Tools &amp; Technologies used</a:t>
            </a:r>
            <a:endParaRPr lang="en-IN" dirty="0"/>
          </a:p>
        </p:txBody>
      </p:sp>
      <p:sp>
        <p:nvSpPr>
          <p:cNvPr id="3" name="Content Placeholder 2">
            <a:extLst>
              <a:ext uri="{FF2B5EF4-FFF2-40B4-BE49-F238E27FC236}">
                <a16:creationId xmlns:a16="http://schemas.microsoft.com/office/drawing/2014/main" id="{6CE56280-8225-1281-C16C-7CE833C5B1E0}"/>
              </a:ext>
            </a:extLst>
          </p:cNvPr>
          <p:cNvSpPr>
            <a:spLocks noGrp="1"/>
          </p:cNvSpPr>
          <p:nvPr>
            <p:ph idx="1"/>
          </p:nvPr>
        </p:nvSpPr>
        <p:spPr/>
        <p:txBody>
          <a:bodyPr/>
          <a:lstStyle/>
          <a:p>
            <a:r>
              <a:rPr lang="en-IN" dirty="0"/>
              <a:t>Excel </a:t>
            </a:r>
            <a:r>
              <a:rPr lang="en-US" dirty="0"/>
              <a:t>– Data cleaning, preprocessing, analysis, and PivotTables</a:t>
            </a:r>
            <a:endParaRPr lang="en-IN" dirty="0"/>
          </a:p>
          <a:p>
            <a:r>
              <a:rPr lang="en-IN" dirty="0"/>
              <a:t>MySQL – Data storage, SQL queries, views, and joins</a:t>
            </a:r>
          </a:p>
          <a:p>
            <a:r>
              <a:rPr lang="en-IN" dirty="0"/>
              <a:t>Python – Data analysis and visualization</a:t>
            </a:r>
          </a:p>
          <a:p>
            <a:r>
              <a:rPr lang="en-IN" dirty="0"/>
              <a:t>Matplotlib &amp; Seaborn – Data visualization</a:t>
            </a:r>
          </a:p>
          <a:p>
            <a:r>
              <a:rPr lang="en-IN" dirty="0"/>
              <a:t>Power BI – Interactive dashboard and business insights</a:t>
            </a:r>
          </a:p>
          <a:p>
            <a:r>
              <a:rPr lang="en-IN" dirty="0"/>
              <a:t>GitHub – Project version control and repository management</a:t>
            </a:r>
          </a:p>
        </p:txBody>
      </p:sp>
    </p:spTree>
    <p:extLst>
      <p:ext uri="{BB962C8B-B14F-4D97-AF65-F5344CB8AC3E}">
        <p14:creationId xmlns:p14="http://schemas.microsoft.com/office/powerpoint/2010/main" val="296494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D75DC-CD54-9A2E-330E-21ED6C74BF3E}"/>
              </a:ext>
            </a:extLst>
          </p:cNvPr>
          <p:cNvSpPr>
            <a:spLocks noGrp="1"/>
          </p:cNvSpPr>
          <p:nvPr>
            <p:ph type="title"/>
          </p:nvPr>
        </p:nvSpPr>
        <p:spPr>
          <a:xfrm>
            <a:off x="838200" y="227474"/>
            <a:ext cx="10515600" cy="799126"/>
          </a:xfrm>
        </p:spPr>
        <p:txBody>
          <a:bodyPr/>
          <a:lstStyle/>
          <a:p>
            <a:r>
              <a:rPr lang="en-US" dirty="0"/>
              <a:t>                             SQL Analysis</a:t>
            </a:r>
            <a:endParaRPr lang="en-IN" dirty="0"/>
          </a:p>
        </p:txBody>
      </p:sp>
      <p:pic>
        <p:nvPicPr>
          <p:cNvPr id="5" name="Content Placeholder 4">
            <a:extLst>
              <a:ext uri="{FF2B5EF4-FFF2-40B4-BE49-F238E27FC236}">
                <a16:creationId xmlns:a16="http://schemas.microsoft.com/office/drawing/2014/main" id="{26E30950-670E-A71F-26D8-CF2E988A6A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1484" y="1026599"/>
            <a:ext cx="8849032" cy="4351338"/>
          </a:xfrm>
          <a:prstGeom prst="rect">
            <a:avLst/>
          </a:prstGeom>
        </p:spPr>
      </p:pic>
      <p:pic>
        <p:nvPicPr>
          <p:cNvPr id="7" name="Picture 6">
            <a:extLst>
              <a:ext uri="{FF2B5EF4-FFF2-40B4-BE49-F238E27FC236}">
                <a16:creationId xmlns:a16="http://schemas.microsoft.com/office/drawing/2014/main" id="{7995069C-7990-2EC9-29F1-A8822BC719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380" y="5487366"/>
            <a:ext cx="3913240" cy="1143160"/>
          </a:xfrm>
          <a:prstGeom prst="rect">
            <a:avLst/>
          </a:prstGeom>
        </p:spPr>
      </p:pic>
      <p:sp>
        <p:nvSpPr>
          <p:cNvPr id="8" name="TextBox 7">
            <a:extLst>
              <a:ext uri="{FF2B5EF4-FFF2-40B4-BE49-F238E27FC236}">
                <a16:creationId xmlns:a16="http://schemas.microsoft.com/office/drawing/2014/main" id="{4696550B-7CDE-319F-CCA7-2E9175DB8F9D}"/>
              </a:ext>
            </a:extLst>
          </p:cNvPr>
          <p:cNvSpPr txBox="1"/>
          <p:nvPr/>
        </p:nvSpPr>
        <p:spPr>
          <a:xfrm>
            <a:off x="3131573" y="5442096"/>
            <a:ext cx="1007807" cy="369332"/>
          </a:xfrm>
          <a:prstGeom prst="rect">
            <a:avLst/>
          </a:prstGeom>
          <a:noFill/>
        </p:spPr>
        <p:txBody>
          <a:bodyPr wrap="square" rtlCol="0">
            <a:spAutoFit/>
          </a:bodyPr>
          <a:lstStyle/>
          <a:p>
            <a:r>
              <a:rPr lang="en-US" dirty="0"/>
              <a:t>Output :</a:t>
            </a:r>
            <a:endParaRPr lang="en-IN" dirty="0"/>
          </a:p>
        </p:txBody>
      </p:sp>
    </p:spTree>
    <p:extLst>
      <p:ext uri="{BB962C8B-B14F-4D97-AF65-F5344CB8AC3E}">
        <p14:creationId xmlns:p14="http://schemas.microsoft.com/office/powerpoint/2010/main" val="3933743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0F297B-95A3-31AB-ECAF-480D0834B3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3477" y="449109"/>
            <a:ext cx="6292645" cy="4351338"/>
          </a:xfrm>
          <a:prstGeom prst="rect">
            <a:avLst/>
          </a:prstGeom>
        </p:spPr>
      </p:pic>
      <p:pic>
        <p:nvPicPr>
          <p:cNvPr id="7" name="Picture 6">
            <a:extLst>
              <a:ext uri="{FF2B5EF4-FFF2-40B4-BE49-F238E27FC236}">
                <a16:creationId xmlns:a16="http://schemas.microsoft.com/office/drawing/2014/main" id="{2ACE4DB5-D757-22CE-4416-12C3A8832B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8952" y="5050757"/>
            <a:ext cx="6401693" cy="1495634"/>
          </a:xfrm>
          <a:prstGeom prst="rect">
            <a:avLst/>
          </a:prstGeom>
        </p:spPr>
      </p:pic>
      <p:sp>
        <p:nvSpPr>
          <p:cNvPr id="11" name="TextBox 10">
            <a:extLst>
              <a:ext uri="{FF2B5EF4-FFF2-40B4-BE49-F238E27FC236}">
                <a16:creationId xmlns:a16="http://schemas.microsoft.com/office/drawing/2014/main" id="{512DE71F-3CDC-3E2F-391F-C643CE8D13FB}"/>
              </a:ext>
            </a:extLst>
          </p:cNvPr>
          <p:cNvSpPr txBox="1"/>
          <p:nvPr/>
        </p:nvSpPr>
        <p:spPr>
          <a:xfrm>
            <a:off x="1759975" y="5050757"/>
            <a:ext cx="983225" cy="369332"/>
          </a:xfrm>
          <a:prstGeom prst="rect">
            <a:avLst/>
          </a:prstGeom>
          <a:noFill/>
        </p:spPr>
        <p:txBody>
          <a:bodyPr wrap="square">
            <a:spAutoFit/>
          </a:bodyPr>
          <a:lstStyle/>
          <a:p>
            <a:r>
              <a:rPr lang="en-US" sz="1800" dirty="0"/>
              <a:t>Output :</a:t>
            </a:r>
            <a:endParaRPr lang="en-IN" sz="1800" dirty="0"/>
          </a:p>
        </p:txBody>
      </p:sp>
    </p:spTree>
    <p:extLst>
      <p:ext uri="{BB962C8B-B14F-4D97-AF65-F5344CB8AC3E}">
        <p14:creationId xmlns:p14="http://schemas.microsoft.com/office/powerpoint/2010/main" val="2628491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AFA7A-D9BF-8855-88B1-E616C70BBD27}"/>
              </a:ext>
            </a:extLst>
          </p:cNvPr>
          <p:cNvSpPr>
            <a:spLocks noGrp="1"/>
          </p:cNvSpPr>
          <p:nvPr>
            <p:ph type="title"/>
          </p:nvPr>
        </p:nvSpPr>
        <p:spPr>
          <a:xfrm>
            <a:off x="838200" y="365126"/>
            <a:ext cx="10515600" cy="1035972"/>
          </a:xfrm>
        </p:spPr>
        <p:txBody>
          <a:bodyPr/>
          <a:lstStyle/>
          <a:p>
            <a:r>
              <a:rPr lang="en-US" dirty="0"/>
              <a:t>                       Python Analysis</a:t>
            </a:r>
            <a:endParaRPr lang="en-IN" dirty="0"/>
          </a:p>
        </p:txBody>
      </p:sp>
      <p:pic>
        <p:nvPicPr>
          <p:cNvPr id="5" name="Content Placeholder 4">
            <a:extLst>
              <a:ext uri="{FF2B5EF4-FFF2-40B4-BE49-F238E27FC236}">
                <a16:creationId xmlns:a16="http://schemas.microsoft.com/office/drawing/2014/main" id="{6D3894C9-EDF2-27CA-4B7C-8FE7557F5D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8083" y="1864954"/>
            <a:ext cx="6731987" cy="4351338"/>
          </a:xfrm>
          <a:prstGeom prst="rect">
            <a:avLst/>
          </a:prstGeom>
        </p:spPr>
      </p:pic>
      <p:pic>
        <p:nvPicPr>
          <p:cNvPr id="7" name="Picture 6">
            <a:extLst>
              <a:ext uri="{FF2B5EF4-FFF2-40B4-BE49-F238E27FC236}">
                <a16:creationId xmlns:a16="http://schemas.microsoft.com/office/drawing/2014/main" id="{52C53A6C-94AA-FBD2-C7FE-B85D9197FA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7909" y="2718184"/>
            <a:ext cx="6624485" cy="2644878"/>
          </a:xfrm>
          <a:prstGeom prst="rect">
            <a:avLst/>
          </a:prstGeom>
        </p:spPr>
      </p:pic>
      <p:sp>
        <p:nvSpPr>
          <p:cNvPr id="3" name="TextBox 2">
            <a:extLst>
              <a:ext uri="{FF2B5EF4-FFF2-40B4-BE49-F238E27FC236}">
                <a16:creationId xmlns:a16="http://schemas.microsoft.com/office/drawing/2014/main" id="{B5191009-1F35-A36D-E006-DA5F0C014363}"/>
              </a:ext>
            </a:extLst>
          </p:cNvPr>
          <p:cNvSpPr txBox="1"/>
          <p:nvPr/>
        </p:nvSpPr>
        <p:spPr>
          <a:xfrm>
            <a:off x="4557252" y="2718184"/>
            <a:ext cx="1165122" cy="369332"/>
          </a:xfrm>
          <a:prstGeom prst="rect">
            <a:avLst/>
          </a:prstGeom>
          <a:noFill/>
        </p:spPr>
        <p:txBody>
          <a:bodyPr wrap="square" rtlCol="0">
            <a:spAutoFit/>
          </a:bodyPr>
          <a:lstStyle/>
          <a:p>
            <a:r>
              <a:rPr lang="en-US" dirty="0">
                <a:solidFill>
                  <a:schemeClr val="bg1"/>
                </a:solidFill>
              </a:rPr>
              <a:t>Output :</a:t>
            </a:r>
            <a:endParaRPr lang="en-IN" dirty="0">
              <a:solidFill>
                <a:schemeClr val="bg1"/>
              </a:solidFill>
            </a:endParaRPr>
          </a:p>
        </p:txBody>
      </p:sp>
    </p:spTree>
    <p:extLst>
      <p:ext uri="{BB962C8B-B14F-4D97-AF65-F5344CB8AC3E}">
        <p14:creationId xmlns:p14="http://schemas.microsoft.com/office/powerpoint/2010/main" val="3670538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2A96E-8F5A-8910-6A55-AA2578BC0637}"/>
              </a:ext>
            </a:extLst>
          </p:cNvPr>
          <p:cNvSpPr>
            <a:spLocks noGrp="1"/>
          </p:cNvSpPr>
          <p:nvPr>
            <p:ph type="title"/>
          </p:nvPr>
        </p:nvSpPr>
        <p:spPr>
          <a:xfrm>
            <a:off x="1303020" y="227966"/>
            <a:ext cx="10515600" cy="645953"/>
          </a:xfrm>
        </p:spPr>
        <p:txBody>
          <a:bodyPr>
            <a:normAutofit fontScale="90000"/>
          </a:bodyPr>
          <a:lstStyle/>
          <a:p>
            <a:r>
              <a:rPr lang="en-US" dirty="0"/>
              <a:t>                        Power BI Dashboard</a:t>
            </a:r>
            <a:endParaRPr lang="en-IN" dirty="0"/>
          </a:p>
        </p:txBody>
      </p:sp>
      <p:pic>
        <p:nvPicPr>
          <p:cNvPr id="11" name="Content Placeholder 10">
            <a:extLst>
              <a:ext uri="{FF2B5EF4-FFF2-40B4-BE49-F238E27FC236}">
                <a16:creationId xmlns:a16="http://schemas.microsoft.com/office/drawing/2014/main" id="{880601EF-C91F-B94A-652A-3514DE07AF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5655" y="1148238"/>
            <a:ext cx="8780689" cy="4698683"/>
          </a:xfrm>
          <a:prstGeom prst="rect">
            <a:avLst/>
          </a:prstGeom>
        </p:spPr>
      </p:pic>
    </p:spTree>
    <p:extLst>
      <p:ext uri="{BB962C8B-B14F-4D97-AF65-F5344CB8AC3E}">
        <p14:creationId xmlns:p14="http://schemas.microsoft.com/office/powerpoint/2010/main" val="1316435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20D2109-73D1-7D48-902F-FAB365D144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3600" y="510540"/>
            <a:ext cx="7711440" cy="5417819"/>
          </a:xfrm>
          <a:prstGeom prst="rect">
            <a:avLst/>
          </a:prstGeom>
        </p:spPr>
      </p:pic>
    </p:spTree>
    <p:extLst>
      <p:ext uri="{BB962C8B-B14F-4D97-AF65-F5344CB8AC3E}">
        <p14:creationId xmlns:p14="http://schemas.microsoft.com/office/powerpoint/2010/main" val="978889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9FF23-6D0A-BF54-49B3-0A7691FEC7E7}"/>
              </a:ext>
            </a:extLst>
          </p:cNvPr>
          <p:cNvSpPr>
            <a:spLocks noGrp="1"/>
          </p:cNvSpPr>
          <p:nvPr>
            <p:ph type="title"/>
          </p:nvPr>
        </p:nvSpPr>
        <p:spPr/>
        <p:txBody>
          <a:bodyPr/>
          <a:lstStyle/>
          <a:p>
            <a:r>
              <a:rPr lang="en-US" b="1" dirty="0"/>
              <a:t>                              Key Findings</a:t>
            </a:r>
            <a:endParaRPr lang="en-IN" dirty="0"/>
          </a:p>
        </p:txBody>
      </p:sp>
      <p:sp>
        <p:nvSpPr>
          <p:cNvPr id="3" name="Content Placeholder 2">
            <a:extLst>
              <a:ext uri="{FF2B5EF4-FFF2-40B4-BE49-F238E27FC236}">
                <a16:creationId xmlns:a16="http://schemas.microsoft.com/office/drawing/2014/main" id="{99CDA9A0-89F8-32FD-1278-09BB020FF821}"/>
              </a:ext>
            </a:extLst>
          </p:cNvPr>
          <p:cNvSpPr>
            <a:spLocks noGrp="1"/>
          </p:cNvSpPr>
          <p:nvPr>
            <p:ph idx="1"/>
          </p:nvPr>
        </p:nvSpPr>
        <p:spPr/>
        <p:txBody>
          <a:bodyPr>
            <a:normAutofit fontScale="92500" lnSpcReduction="10000"/>
          </a:bodyPr>
          <a:lstStyle/>
          <a:p>
            <a:r>
              <a:rPr lang="en-US" dirty="0"/>
              <a:t>Free Trial Churn: Free Trial users have the highest churn at 71%, compared with 19% for Premium users.</a:t>
            </a:r>
          </a:p>
          <a:p>
            <a:r>
              <a:rPr lang="en-US" dirty="0"/>
              <a:t>Regional Churn: West (48%) and South (47%) have the highest churn rates.</a:t>
            </a:r>
          </a:p>
          <a:p>
            <a:r>
              <a:rPr lang="en-US" dirty="0"/>
              <a:t>Age-Based Churn: 26–35 (47%) and 36–50 (46%) users show the highest churn.</a:t>
            </a:r>
          </a:p>
          <a:p>
            <a:r>
              <a:rPr lang="en-US" dirty="0"/>
              <a:t>Customer Satisfaction: Positive feedback (40.3%) and negative feedback (39.4%) are almost equal, indicating significant dissatisfaction.</a:t>
            </a:r>
          </a:p>
          <a:p>
            <a:r>
              <a:rPr lang="en-US" dirty="0"/>
              <a:t>Platform Engagement: </a:t>
            </a:r>
            <a:r>
              <a:rPr lang="en-US" dirty="0" err="1"/>
              <a:t>NetStream</a:t>
            </a:r>
            <a:r>
              <a:rPr lang="en-US" dirty="0"/>
              <a:t> has the highest total watch time at approximately 2.9M minutes, followed by </a:t>
            </a:r>
            <a:r>
              <a:rPr lang="en-US" dirty="0" err="1"/>
              <a:t>AmazePrime</a:t>
            </a:r>
            <a:r>
              <a:rPr lang="en-US" dirty="0"/>
              <a:t> (2.1M).</a:t>
            </a:r>
          </a:p>
          <a:p>
            <a:r>
              <a:rPr lang="en-US" dirty="0"/>
              <a:t>Session Duration: </a:t>
            </a:r>
            <a:r>
              <a:rPr lang="en-US" dirty="0" err="1"/>
              <a:t>DizPlay</a:t>
            </a:r>
            <a:r>
              <a:rPr lang="en-US" dirty="0"/>
              <a:t>+ has the highest average watch time per session at approximately 236 minutes, despite lower overall watch time.</a:t>
            </a:r>
          </a:p>
        </p:txBody>
      </p:sp>
    </p:spTree>
    <p:extLst>
      <p:ext uri="{BB962C8B-B14F-4D97-AF65-F5344CB8AC3E}">
        <p14:creationId xmlns:p14="http://schemas.microsoft.com/office/powerpoint/2010/main" val="4071382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044EC-AD61-A48A-3195-14180A0E97DF}"/>
              </a:ext>
            </a:extLst>
          </p:cNvPr>
          <p:cNvSpPr>
            <a:spLocks noGrp="1"/>
          </p:cNvSpPr>
          <p:nvPr>
            <p:ph type="title"/>
          </p:nvPr>
        </p:nvSpPr>
        <p:spPr/>
        <p:txBody>
          <a:bodyPr/>
          <a:lstStyle/>
          <a:p>
            <a:r>
              <a:rPr lang="en-US" b="1" dirty="0"/>
              <a:t>                                Conclusion</a:t>
            </a:r>
            <a:endParaRPr lang="en-IN" dirty="0"/>
          </a:p>
        </p:txBody>
      </p:sp>
      <p:sp>
        <p:nvSpPr>
          <p:cNvPr id="3" name="Content Placeholder 2">
            <a:extLst>
              <a:ext uri="{FF2B5EF4-FFF2-40B4-BE49-F238E27FC236}">
                <a16:creationId xmlns:a16="http://schemas.microsoft.com/office/drawing/2014/main" id="{06C27DA4-ABDC-0EA3-8C11-E84EBD2A2442}"/>
              </a:ext>
            </a:extLst>
          </p:cNvPr>
          <p:cNvSpPr>
            <a:spLocks noGrp="1"/>
          </p:cNvSpPr>
          <p:nvPr>
            <p:ph idx="1"/>
          </p:nvPr>
        </p:nvSpPr>
        <p:spPr/>
        <p:txBody>
          <a:bodyPr/>
          <a:lstStyle/>
          <a:p>
            <a:r>
              <a:rPr lang="en-US" dirty="0"/>
              <a:t>The OTT platform should adopt a customer-focused and data-driven business strategy by strengthening retention programs, improving the overall viewing experience, and delivering more personalized content recommendations. The business should continue investing in high-performing content and genres, while using customer feedback and viewing behavior to identify areas for improvement.</a:t>
            </a:r>
          </a:p>
          <a:p>
            <a:r>
              <a:rPr lang="en-US" dirty="0"/>
              <a:t>A stronger focus on customer satisfaction, personalized engagement, content optimization, and seamless multi-device experiences can help increase viewer loyalty, reduce churn, and drive sustainable platform growth and revenue.</a:t>
            </a:r>
            <a:endParaRPr lang="en-IN" dirty="0"/>
          </a:p>
        </p:txBody>
      </p:sp>
    </p:spTree>
    <p:extLst>
      <p:ext uri="{BB962C8B-B14F-4D97-AF65-F5344CB8AC3E}">
        <p14:creationId xmlns:p14="http://schemas.microsoft.com/office/powerpoint/2010/main" val="1440645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TotalTime>
  <Words>505</Words>
  <Application>Microsoft Office PowerPoint</Application>
  <PresentationFormat>Widescreen</PresentationFormat>
  <Paragraphs>43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OTT Content, Audience &amp; Engagement Analytics</vt:lpstr>
      <vt:lpstr>                          Problem Statement</vt:lpstr>
      <vt:lpstr>                           Project Objective</vt:lpstr>
      <vt:lpstr>                          Dataset Overview</vt:lpstr>
      <vt:lpstr>                    Tools &amp; Technologies used</vt:lpstr>
      <vt:lpstr>                             SQL Analysis</vt:lpstr>
      <vt:lpstr>PowerPoint Presentation</vt:lpstr>
      <vt:lpstr>                       Python Analysis</vt:lpstr>
      <vt:lpstr>                        Power BI Dashboard</vt:lpstr>
      <vt:lpstr>PowerPoint Presentation</vt:lpstr>
      <vt:lpstr>                              Key Findings</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shreyas mayekar</dc:creator>
  <cp:lastModifiedBy>shreyas mayekar</cp:lastModifiedBy>
  <cp:revision>5</cp:revision>
  <dcterms:created xsi:type="dcterms:W3CDTF">2026-09-07T22:05:56Z</dcterms:created>
  <dcterms:modified xsi:type="dcterms:W3CDTF">2026-09-09T19:14:52Z</dcterms:modified>
</cp:coreProperties>
</file>